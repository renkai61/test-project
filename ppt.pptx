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-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NtWF8J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77438" y="404664"/>
            <a:ext cx="5672795" cy="852785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77690" y="3420085"/>
            <a:ext cx="5400600" cy="504056"/>
          </a:xfrm>
        </p:spPr>
        <p:txBody>
          <a:bodyPr>
            <a:normAutofit/>
          </a:bodyPr>
          <a:lstStyle/>
          <a:p>
            <a:pPr algn="l"/>
            <a:r>
              <a:rPr lang="zh-TW" altLang="en-US" sz="2000" b="1" dirty="0">
                <a:solidFill>
                  <a:schemeClr val="tx1"/>
                </a:solidFill>
              </a:rPr>
              <a:t>主板</a:t>
            </a:r>
            <a:r>
              <a:rPr lang="en-US" altLang="zh-TW" sz="2000" b="1" dirty="0">
                <a:solidFill>
                  <a:schemeClr val="tx1"/>
                </a:solidFill>
              </a:rPr>
              <a:t>+</a:t>
            </a:r>
            <a:r>
              <a:rPr lang="zh-TW" altLang="en-US" sz="2000" b="1" dirty="0">
                <a:solidFill>
                  <a:schemeClr val="tx1"/>
                </a:solidFill>
              </a:rPr>
              <a:t>電源線</a:t>
            </a:r>
            <a:r>
              <a:rPr lang="en-US" altLang="zh-TW" sz="2000" b="1" dirty="0">
                <a:solidFill>
                  <a:schemeClr val="tx1"/>
                </a:solidFill>
              </a:rPr>
              <a:t>+</a:t>
            </a:r>
            <a:r>
              <a:rPr lang="zh-TW" altLang="en-US" sz="2000" b="1" dirty="0">
                <a:solidFill>
                  <a:schemeClr val="tx1"/>
                </a:solidFill>
              </a:rPr>
              <a:t>散熱器</a:t>
            </a:r>
            <a:r>
              <a:rPr lang="en-US" altLang="zh-TW" sz="2000" b="1" dirty="0">
                <a:solidFill>
                  <a:schemeClr val="tx1"/>
                </a:solidFill>
              </a:rPr>
              <a:t>+HDMI+</a:t>
            </a:r>
            <a:r>
              <a:rPr lang="zh-TW" altLang="en-US" sz="2000" b="1" dirty="0">
                <a:solidFill>
                  <a:schemeClr val="tx1"/>
                </a:solidFill>
              </a:rPr>
              <a:t>記憶卡</a:t>
            </a:r>
            <a:endParaRPr lang="en-US" altLang="zh-TW" sz="2000" b="1" dirty="0" smtClean="0">
              <a:solidFill>
                <a:schemeClr val="tx1"/>
              </a:solidFill>
            </a:endParaRPr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827584" y="1628800"/>
            <a:ext cx="7776864" cy="459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5" name="AutoShape 5" descr="開啟相片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AutoShape 7" descr="開啟相片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AutoShape 10" descr="開啟相片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" name="AutoShape 13" descr="開啟相片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" name="AutoShape 15" descr="開啟相片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" name="AutoShape 17" descr="開啟相片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AutoShape 19" descr="開啟相片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919" y="836712"/>
            <a:ext cx="4554937" cy="216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3" y="3924141"/>
            <a:ext cx="4724923" cy="228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副標題 2"/>
          <p:cNvSpPr txBox="1">
            <a:spLocks/>
          </p:cNvSpPr>
          <p:nvPr/>
        </p:nvSpPr>
        <p:spPr>
          <a:xfrm>
            <a:off x="2015716" y="6202385"/>
            <a:ext cx="54006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2000" b="1" dirty="0" smtClean="0">
                <a:solidFill>
                  <a:schemeClr val="tx1"/>
                </a:solidFill>
              </a:rPr>
              <a:t>麵包版</a:t>
            </a:r>
            <a:endParaRPr lang="en-US" altLang="zh-TW" sz="20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649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/>
          <p:cNvSpPr txBox="1">
            <a:spLocks/>
          </p:cNvSpPr>
          <p:nvPr/>
        </p:nvSpPr>
        <p:spPr>
          <a:xfrm>
            <a:off x="827584" y="1628800"/>
            <a:ext cx="7776864" cy="459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5" name="AutoShape 5" descr="開啟相片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AutoShape 7" descr="開啟相片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AutoShape 10" descr="開啟相片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" name="副標題 2"/>
          <p:cNvSpPr txBox="1">
            <a:spLocks/>
          </p:cNvSpPr>
          <p:nvPr/>
        </p:nvSpPr>
        <p:spPr>
          <a:xfrm>
            <a:off x="4852537" y="5877484"/>
            <a:ext cx="789961" cy="360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TW" sz="2000" dirty="0" smtClean="0"/>
          </a:p>
        </p:txBody>
      </p:sp>
      <p:sp>
        <p:nvSpPr>
          <p:cNvPr id="12" name="AutoShape 4" descr="開啟相片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AutoShape 6" descr="開啟相片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34031"/>
            <a:ext cx="4446513" cy="2091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4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AutoShape 6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AutoShape 8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" name="AutoShape 10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" name="AutoShape 1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38" name="Picture 14" descr="C:\Users\鄭郁玄\Desktop\imag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068960"/>
            <a:ext cx="4310881" cy="23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/>
          <p:cNvSpPr/>
          <p:nvPr/>
        </p:nvSpPr>
        <p:spPr>
          <a:xfrm>
            <a:off x="2233594" y="6237524"/>
            <a:ext cx="19693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價格</a:t>
            </a:r>
            <a:r>
              <a:rPr lang="zh-TW" altLang="en-US" dirty="0"/>
              <a:t>共</a:t>
            </a:r>
            <a:r>
              <a:rPr lang="en-US" altLang="zh-TW" dirty="0" smtClean="0"/>
              <a:t>6753</a:t>
            </a:r>
            <a:r>
              <a:rPr lang="zh-TW" altLang="en-US" dirty="0" smtClean="0"/>
              <a:t>元</a:t>
            </a:r>
            <a:endParaRPr lang="zh-TW" altLang="en-US" dirty="0"/>
          </a:p>
        </p:txBody>
      </p:sp>
      <p:sp>
        <p:nvSpPr>
          <p:cNvPr id="21" name="副標題 2"/>
          <p:cNvSpPr>
            <a:spLocks noGrp="1"/>
          </p:cNvSpPr>
          <p:nvPr>
            <p:ph type="subTitle" idx="1"/>
          </p:nvPr>
        </p:nvSpPr>
        <p:spPr>
          <a:xfrm>
            <a:off x="2051720" y="5499270"/>
            <a:ext cx="5400600" cy="558234"/>
          </a:xfrm>
        </p:spPr>
        <p:txBody>
          <a:bodyPr>
            <a:normAutofit/>
          </a:bodyPr>
          <a:lstStyle/>
          <a:p>
            <a:pPr algn="l"/>
            <a:r>
              <a:rPr lang="en-US" altLang="zh-TW" sz="2000" b="1" dirty="0">
                <a:solidFill>
                  <a:schemeClr val="tx1"/>
                </a:solidFill>
              </a:rPr>
              <a:t>Raspberry Pi </a:t>
            </a:r>
            <a:r>
              <a:rPr lang="en-US" altLang="zh-TW" sz="2000" b="1" dirty="0" err="1">
                <a:solidFill>
                  <a:schemeClr val="tx1"/>
                </a:solidFill>
              </a:rPr>
              <a:t>IQAudio</a:t>
            </a:r>
            <a:r>
              <a:rPr lang="en-US" altLang="zh-TW" sz="2000" b="1" dirty="0">
                <a:solidFill>
                  <a:schemeClr val="tx1"/>
                </a:solidFill>
              </a:rPr>
              <a:t> Codec </a:t>
            </a:r>
            <a:r>
              <a:rPr lang="en-US" altLang="zh-TW" sz="2000" b="1" dirty="0" smtClean="0">
                <a:solidFill>
                  <a:schemeClr val="tx1"/>
                </a:solidFill>
              </a:rPr>
              <a:t>Zero(</a:t>
            </a:r>
            <a:r>
              <a:rPr lang="zh-TW" altLang="en-US" sz="2000" b="1" dirty="0" smtClean="0">
                <a:solidFill>
                  <a:schemeClr val="tx1"/>
                </a:solidFill>
              </a:rPr>
              <a:t>喇叭、麥克風</a:t>
            </a:r>
            <a:r>
              <a:rPr lang="en-US" altLang="zh-TW" sz="2000" b="1" dirty="0" smtClean="0">
                <a:solidFill>
                  <a:schemeClr val="tx1"/>
                </a:solidFill>
              </a:rPr>
              <a:t>)</a:t>
            </a:r>
            <a:endParaRPr lang="en-US" altLang="zh-TW" sz="2000" b="1" dirty="0">
              <a:solidFill>
                <a:schemeClr val="tx1"/>
              </a:solidFill>
            </a:endParaRPr>
          </a:p>
          <a:p>
            <a:pPr algn="l"/>
            <a:endParaRPr lang="en-US" altLang="zh-TW" sz="2000" dirty="0" smtClean="0"/>
          </a:p>
        </p:txBody>
      </p:sp>
      <p:sp>
        <p:nvSpPr>
          <p:cNvPr id="22" name="副標題 2"/>
          <p:cNvSpPr txBox="1">
            <a:spLocks/>
          </p:cNvSpPr>
          <p:nvPr/>
        </p:nvSpPr>
        <p:spPr>
          <a:xfrm>
            <a:off x="2015716" y="2636912"/>
            <a:ext cx="540060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2000" b="1" dirty="0" smtClean="0">
                <a:solidFill>
                  <a:schemeClr val="tx1"/>
                </a:solidFill>
              </a:rPr>
              <a:t>記憶卡</a:t>
            </a:r>
            <a:endParaRPr lang="en-US" altLang="zh-TW" sz="2000" b="1" dirty="0" smtClean="0">
              <a:solidFill>
                <a:schemeClr val="tx1"/>
              </a:solidFill>
            </a:endParaRPr>
          </a:p>
          <a:p>
            <a:pPr algn="l"/>
            <a:endParaRPr lang="en-US" altLang="zh-TW" sz="2000" dirty="0" smtClean="0"/>
          </a:p>
        </p:txBody>
      </p:sp>
    </p:spTree>
    <p:extLst>
      <p:ext uri="{BB962C8B-B14F-4D97-AF65-F5344CB8AC3E}">
        <p14:creationId xmlns:p14="http://schemas.microsoft.com/office/powerpoint/2010/main" val="4657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/>
          <p:cNvSpPr txBox="1">
            <a:spLocks/>
          </p:cNvSpPr>
          <p:nvPr/>
        </p:nvSpPr>
        <p:spPr>
          <a:xfrm>
            <a:off x="827584" y="1628800"/>
            <a:ext cx="7776864" cy="459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5" name="AutoShape 5" descr="開啟相片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AutoShape 7" descr="開啟相片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AutoShape 10" descr="開啟相片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" name="副標題 2"/>
          <p:cNvSpPr txBox="1">
            <a:spLocks/>
          </p:cNvSpPr>
          <p:nvPr/>
        </p:nvSpPr>
        <p:spPr>
          <a:xfrm>
            <a:off x="4852537" y="5877484"/>
            <a:ext cx="789961" cy="360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TW" sz="2000" dirty="0" smtClean="0"/>
          </a:p>
        </p:txBody>
      </p:sp>
      <p:sp>
        <p:nvSpPr>
          <p:cNvPr id="12" name="AutoShape 4" descr="開啟相片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AutoShape 6" descr="開啟相片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74626"/>
            <a:ext cx="5227520" cy="2749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1979712" y="429309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 smtClean="0">
                <a:hlinkClick r:id="rId3"/>
              </a:rPr>
              <a:t>外接螢幕</a:t>
            </a:r>
            <a:r>
              <a:rPr lang="en-US" altLang="zh-TW" dirty="0" smtClean="0">
                <a:hlinkClick r:id="rId3"/>
              </a:rPr>
              <a:t>:</a:t>
            </a:r>
          </a:p>
          <a:p>
            <a:r>
              <a:rPr lang="en-US" altLang="zh-TW" dirty="0" smtClean="0">
                <a:hlinkClick r:id="rId3"/>
              </a:rPr>
              <a:t>https</a:t>
            </a:r>
            <a:r>
              <a:rPr lang="en-US" altLang="zh-TW" dirty="0">
                <a:hlinkClick r:id="rId3"/>
              </a:rPr>
              <a:t>://</a:t>
            </a:r>
            <a:r>
              <a:rPr lang="en-US" altLang="zh-TW" dirty="0" smtClean="0">
                <a:hlinkClick r:id="rId3"/>
              </a:rPr>
              <a:t>www.youtube.com/watch?v=wNtWF8J</a:t>
            </a:r>
            <a:endParaRPr lang="en-US" altLang="zh-TW" dirty="0" smtClean="0"/>
          </a:p>
          <a:p>
            <a:r>
              <a:rPr lang="en-US" altLang="zh-TW" dirty="0" smtClean="0"/>
              <a:t>nu2g</a:t>
            </a:r>
            <a:r>
              <a:rPr lang="en-US" altLang="zh-TW" dirty="0"/>
              <a:t>(</a:t>
            </a:r>
            <a:r>
              <a:rPr lang="zh-TW" altLang="en-US" dirty="0" smtClean="0"/>
              <a:t>需要轉接頭、線、擷取卡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5879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48</Words>
  <Application>Microsoft Office PowerPoint</Application>
  <PresentationFormat>如螢幕大小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 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3D投影 </dc:title>
  <dc:creator>鄭郁玄</dc:creator>
  <cp:lastModifiedBy>鄭郁玄</cp:lastModifiedBy>
  <cp:revision>21</cp:revision>
  <dcterms:created xsi:type="dcterms:W3CDTF">2025-02-18T13:36:47Z</dcterms:created>
  <dcterms:modified xsi:type="dcterms:W3CDTF">2025-12-25T05:05:11Z</dcterms:modified>
</cp:coreProperties>
</file>